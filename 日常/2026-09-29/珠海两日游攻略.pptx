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PingFang SC"/>
                <a:ea typeface="PingFang SC"/>
              </a:rPr>
              <a:t>珠海 · 两日游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0">
                <a:solidFill>
                  <a:srgbClr val="E8F7FA"/>
                </a:solidFill>
                <a:latin typeface="PingFang SC"/>
                <a:ea typeface="PingFang SC"/>
              </a:rPr>
              <a:t>10.3 全日海岸线漫游  |  10.5 叹完早茶坐高铁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E8F7FA"/>
                </a:solidFill>
                <a:latin typeface="PingFang SC"/>
                <a:ea typeface="PingFang SC"/>
              </a:rPr>
              <a:t>珠海站 11:43 抵达  ·  明珠站 14:23 发车  ·  全程约 150 元网约车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800" b="1">
                <a:solidFill>
                  <a:srgbClr val="0E4A5F"/>
                </a:solidFill>
                <a:latin typeface="PingFang SC"/>
                <a:ea typeface="PingFang SC"/>
              </a:rPr>
              <a:t>Day 1 · 10月3日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PingFang SC"/>
                <a:ea typeface="PingFang SC"/>
              </a:rPr>
              <a:t>珠海站 → 情侣路 → 拱北 → 日月贝夜景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847088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8" y="2121408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PingFang SC"/>
                <a:ea typeface="PingFang SC"/>
              </a:rPr>
              <a:t>11:43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抵达珠海站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505456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779776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F97316"/>
                </a:solidFill>
                <a:latin typeface="PingFang SC"/>
                <a:ea typeface="PingFang SC"/>
              </a:rPr>
              <a:t>12:15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澳门友记猪扒包（聚贤园店）· 午餐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6382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" y="3438144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127248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13:30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99815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珠海渔女 · 香炉湾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822192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" y="4096512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785616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15:00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58184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爱情邮局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80559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" y="4754879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443983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PingFang SC"/>
                <a:ea typeface="PingFang SC"/>
              </a:rPr>
              <a:t>15:45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1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情侣路 · 海景咖啡（弹性缓冲）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138928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" y="5413248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102352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F97316"/>
                </a:solidFill>
                <a:latin typeface="PingFang SC"/>
                <a:ea typeface="PingFang SC"/>
              </a:rPr>
              <a:t>17:30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吉莲利苑海鲜（珠光花园店）· 晚餐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5797296"/>
            <a:ext cx="256032" cy="256032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760720"/>
            <a:ext cx="411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1">
                <a:solidFill>
                  <a:srgbClr val="1E1B4B"/>
                </a:solidFill>
                <a:latin typeface="PingFang SC"/>
                <a:ea typeface="PingFang SC"/>
              </a:rPr>
              <a:t>20:15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73328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PingFang SC"/>
                <a:ea typeface="PingFang SC"/>
              </a:rPr>
              <a:t>日月贝 · 野狸岛夜景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5120640"/>
            <a:ext cx="4114800" cy="1463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5212080"/>
            <a:ext cx="3749039" cy="12801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ts val="1600"/>
              </a:lnSpc>
            </a:pPr>
            <a:r>
              <a:rPr sz="1100" b="1">
                <a:solidFill>
                  <a:srgbClr val="F97316"/>
                </a:solidFill>
                <a:latin typeface="PingFang SC"/>
                <a:ea typeface="PingFang SC"/>
              </a:rPr>
              <a:t>Tips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E293B"/>
                </a:solidFill>
                <a:latin typeface="PingFang SC"/>
                <a:ea typeface="PingFang SC"/>
              </a:rPr>
              <a:t>· 渔女→邮局→咖啡 全程步行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E293B"/>
                </a:solidFill>
                <a:latin typeface="PingFang SC"/>
                <a:ea typeface="PingFang SC"/>
              </a:rPr>
              <a:t>· 日月贝 19:30 后亮灯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1E293B"/>
                </a:solidFill>
                <a:latin typeface="PingFang SC"/>
                <a:ea typeface="PingFang SC"/>
              </a:rPr>
              <a:t>· 吉莲利苑周末排队，提前订位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600" b="1">
                <a:solidFill>
                  <a:srgbClr val="0E4A5F"/>
                </a:solidFill>
                <a:latin typeface="PingFang SC"/>
                <a:ea typeface="PingFang SC"/>
              </a:rPr>
              <a:t>Day 1 上午 · 猪扒包 &amp; 情侣路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12:15–13:15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PingFang SC"/>
                <a:ea typeface="PingFang SC"/>
              </a:rPr>
              <a:t>澳门友记猪扒包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0040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招牌猪扒包+冻柠茶
人均 40–60 · 分量偏大
两人可共享一份主食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2011680" cy="365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8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13:30–15:00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PingFang SC"/>
                <a:ea typeface="PingFang SC"/>
              </a:rPr>
              <a:t>珠海渔女 · 香炉湾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20040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珠海地标雕塑
香炉湾沙滩拍照
⚠ 午后日晒强，带伞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56616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2011680" cy="365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64208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15:00–15:45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PingFang SC"/>
                <a:ea typeface="PingFang SC"/>
              </a:rPr>
              <a:t>爱情邮局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20040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渔女东侧步行5分钟
寄明信片/盖纪念章
⚠ 营业到 18:00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600" b="1">
                <a:solidFill>
                  <a:srgbClr val="0E4A5F"/>
                </a:solidFill>
                <a:latin typeface="PingFang SC"/>
                <a:ea typeface="PingFang SC"/>
              </a:rPr>
              <a:t>Day 1 晚上 · 海鲜 &amp; 日月贝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17:30–19:30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PingFang SC"/>
                <a:ea typeface="PingFang SC"/>
              </a:rPr>
              <a:t>吉莲利苑海鲜酒家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珠光花园店 · 拱北 28 年老字号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1">
                <a:solidFill>
                  <a:srgbClr val="1E293B"/>
                </a:solidFill>
                <a:latin typeface="PingFang SC"/>
                <a:ea typeface="PingFang SC"/>
              </a:rPr>
              <a:t>推荐菜品：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椒盐濑尿虾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清蒸海鱼 / 石斑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蒜蓉粉丝蒸扇贝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虾饺 / 肠粉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F97316"/>
                </a:solidFill>
                <a:latin typeface="PingFang SC"/>
                <a:ea typeface="PingFang SC"/>
              </a:rPr>
              <a:t>人均 150–250 · 建议提前电话订位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486400" cy="484632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486400" cy="73152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645920"/>
            <a:ext cx="201168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64208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20:15–21:45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FDE68A"/>
                </a:solidFill>
                <a:latin typeface="PingFang SC"/>
                <a:ea typeface="PingFang SC"/>
              </a:rPr>
              <a:t>日月贝 · 珠海大剧院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PingFang SC"/>
                <a:ea typeface="PingFang SC"/>
              </a:rPr>
              <a:t>野狸岛 · 19:30 后贝壳亮灯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DDD6FE"/>
                </a:solidFill>
                <a:latin typeface="PingFang SC"/>
                <a:ea typeface="PingFang SC"/>
              </a:rPr>
              <a:t>· 20:00–21:30 最出片时段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DDD6FE"/>
                </a:solidFill>
                <a:latin typeface="PingFang SC"/>
                <a:ea typeface="PingFang SC"/>
              </a:rPr>
              <a:t>· 绕岛步道一圈 3–4 km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FBBF24"/>
                </a:solidFill>
                <a:latin typeface="PingFang SC"/>
                <a:ea typeface="PingFang SC"/>
              </a:rPr>
              <a:t>· 海边风大，带薄外套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94A3B8"/>
                </a:solidFill>
                <a:latin typeface="PingFang SC"/>
                <a:ea typeface="PingFang SC"/>
              </a:rPr>
              <a:t>从珠光花园打车 25 分钟到达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94A3B8"/>
                </a:solidFill>
                <a:latin typeface="PingFang SC"/>
                <a:ea typeface="PingFang SC"/>
              </a:rPr>
              <a:t>22:00 打车回酒店 15 分钟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800" b="1">
                <a:solidFill>
                  <a:srgbClr val="0E4A5F"/>
                </a:solidFill>
                <a:latin typeface="PingFang SC"/>
                <a:ea typeface="PingFang SC"/>
              </a:rPr>
              <a:t>Day 2 · 10月5日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PingFang SC"/>
                <a:ea typeface="PingFang SC"/>
              </a:rPr>
              <a:t>睡到自然醒 → 叹早茶 → 明珠站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4572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PingFang SC"/>
                <a:ea typeface="PingFang SC"/>
              </a:rPr>
              <a:t>10:00–12:30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PingFang SC"/>
                <a:ea typeface="PingFang SC"/>
              </a:rPr>
              <a:t>金悦轩（凤凰路店）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凤凰路 1155 号 · 珠海早茶第一梯队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6217920" cy="2743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1">
                <a:solidFill>
                  <a:srgbClr val="1E293B"/>
                </a:solidFill>
                <a:latin typeface="PingFang SC"/>
                <a:ea typeface="PingFang SC"/>
              </a:rPr>
              <a:t>必点：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虾饺（皮薄透亮）· 叉烧酥（掉渣）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凤爪（炖到骨头分离）· 马拉糕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一盅两件，慢慢叹两小时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F97316"/>
                </a:solidFill>
                <a:latin typeface="PingFang SC"/>
                <a:ea typeface="PingFang SC"/>
              </a:rPr>
              <a:t>人均 80–120 · 10点到店不用排队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离明珠站 5 公里，打车 10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645920"/>
            <a:ext cx="4114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PingFang SC"/>
                <a:ea typeface="PingFang SC"/>
              </a:rPr>
              <a:t>13:45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PingFang SC"/>
                <a:ea typeface="PingFang SC"/>
              </a:rPr>
              <a:t>明珠站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346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PingFang SC"/>
                <a:ea typeface="PingFang SC"/>
              </a:rPr>
              <a:t>14:23 高铁发车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3657600" cy="22860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提前 30 分钟到站候车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· 提前 5 分钟停止检票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PingFang SC"/>
                <a:ea typeface="PingFang SC"/>
              </a:rPr>
              <a:t>从金悦轩打车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64748B"/>
                </a:solidFill>
                <a:latin typeface="PingFang SC"/>
                <a:ea typeface="PingFang SC"/>
              </a:rPr>
              <a:t>约 10 分钟 / 15 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400" b="1">
                <a:solidFill>
                  <a:srgbClr val="0E4A5F"/>
                </a:solidFill>
                <a:latin typeface="PingFang SC"/>
                <a:ea typeface="PingFang SC"/>
              </a:rPr>
              <a:t>路线地图</a:t>
            </a:r>
          </a:p>
        </p:txBody>
      </p:sp>
      <p:pic>
        <p:nvPicPr>
          <p:cNvPr id="3" name="Picture 2" descr="珠海两日游地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ingFang SC"/>
                <a:ea typeface="PingFang SC"/>
              </a:rPr>
              <a:t>祝旅途愉快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E8F7FA"/>
                </a:solidFill>
                <a:latin typeface="PingFang SC"/>
                <a:ea typeface="PingFang SC"/>
              </a:rPr>
              <a:t>全程网约车约 150 元 · 带防晒+薄外套+5A 充电宝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E8F7FA"/>
                </a:solidFill>
                <a:latin typeface="PingFang SC"/>
                <a:ea typeface="PingFang SC"/>
              </a:rPr>
              <a:t>Generated by QoderWork · 2026-09-29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